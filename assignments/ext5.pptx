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20"/>
    <p:restoredTop sz="94690"/>
  </p:normalViewPr>
  <p:slideViewPr>
    <p:cSldViewPr snapToGrid="0">
      <p:cViewPr varScale="1">
        <p:scale>
          <a:sx n="59" d="100"/>
          <a:sy n="59" d="100"/>
        </p:scale>
        <p:origin x="200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11/13/25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27C4-02F0-66AB-E336-F593E481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define a good community?</a:t>
            </a:r>
            <a:br>
              <a:rPr lang="en-US" dirty="0"/>
            </a:br>
            <a:r>
              <a:rPr lang="en-US" sz="2000" b="0" dirty="0"/>
              <a:t>Hendra Wijaya (A20529195)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36D48-C7FD-B24C-E011-9487D274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Areas (adjacent, same section, etc.)</a:t>
            </a:r>
          </a:p>
          <a:p>
            <a:r>
              <a:rPr lang="en-US" dirty="0"/>
              <a:t>Similar socioeconomic factors (education level, employment status, etc.)</a:t>
            </a:r>
          </a:p>
          <a:p>
            <a:r>
              <a:rPr lang="en-US" dirty="0"/>
              <a:t>Specific attributes (race, religion, inclusivity, etc.)</a:t>
            </a:r>
          </a:p>
          <a:p>
            <a:r>
              <a:rPr lang="en-US" dirty="0"/>
              <a:t>Collaboration (neighborhood activity, safety, etc.)</a:t>
            </a:r>
          </a:p>
        </p:txBody>
      </p:sp>
    </p:spTree>
    <p:extLst>
      <p:ext uri="{BB962C8B-B14F-4D97-AF65-F5344CB8AC3E}">
        <p14:creationId xmlns:p14="http://schemas.microsoft.com/office/powerpoint/2010/main" val="3810167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16</TotalTime>
  <Words>55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2</vt:lpstr>
      <vt:lpstr>Quotable</vt:lpstr>
      <vt:lpstr>How do you define a good community? Hendra Wijaya (A20529195)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Hendra Anggrian</dc:creator>
  <cp:lastModifiedBy>Hendra Anggrian</cp:lastModifiedBy>
  <cp:revision>3</cp:revision>
  <dcterms:created xsi:type="dcterms:W3CDTF">2025-11-13T18:06:44Z</dcterms:created>
  <dcterms:modified xsi:type="dcterms:W3CDTF">2025-11-13T18:22:46Z</dcterms:modified>
</cp:coreProperties>
</file>